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ae046bf3be4eaa" /><Relationship Type="http://schemas.openxmlformats.org/officeDocument/2006/relationships/extended-properties" Target="/docProps/app.xml" Id="R0f4e734b309847ed" /><Relationship Type="http://schemas.openxmlformats.org/officeDocument/2006/relationships/officeDocument" Target="/ppt/presentation.xml" Id="Raa365fc2768945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167d85511b4d8f"/>
  </p:sldMasterIdLst>
  <p:notesMasterIdLst>
    <p:notesMasterId xmlns:r="http://schemas.openxmlformats.org/officeDocument/2006/relationships" r:id="Rb5cccf90e86a4321"/>
  </p:notesMasterIdLst>
  <p:sldIdLst>
    <p:sldId xmlns:r="http://schemas.openxmlformats.org/officeDocument/2006/relationships" id="256" r:id="R343f647ecd1449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73640063d34b17" /><Relationship Type="http://schemas.openxmlformats.org/officeDocument/2006/relationships/slideMaster" Target="/ppt/slideMasters/slideMaster1.xml" Id="R84167d85511b4d8f" /><Relationship Type="http://schemas.openxmlformats.org/officeDocument/2006/relationships/notesMaster" Target="/ppt/notesMasters/notesMaster1.xml" Id="Rb5cccf90e86a4321" /><Relationship Type="http://schemas.openxmlformats.org/officeDocument/2006/relationships/presProps" Target="/ppt/presProps.xml" Id="R05986b42a6f7413e" /><Relationship Type="http://schemas.openxmlformats.org/officeDocument/2006/relationships/tableStyles" Target="/ppt/tableStyles.xml" Id="Rbc089ff83fa04e09" /><Relationship Type="http://schemas.openxmlformats.org/officeDocument/2006/relationships/slide" Target="/ppt/slides/slide1.xml" Id="R343f647ecd1449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2c6012be594f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d19ea388f346cb" /><Relationship Type="http://schemas.openxmlformats.org/officeDocument/2006/relationships/notesMaster" Target="/ppt/notesMasters/notesMaster1.xml" Id="R68e4d840cca94e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name supplied by user: Meds Counsulting LLC.</a:t>
            </a:r>
          </a:p>
          <a:p xmlns:a="http://schemas.openxmlformats.org/drawingml/2006/main">
            <a:r>
              <a:t>Client and background facts from PROJECT_SUMMARY.md, which summarizes Option 1 Healthcare Consulting Packet.pdf.</a:t>
            </a:r>
          </a:p>
          <a:p xmlns:a="http://schemas.openxmlformats.org/drawingml/2006/main">
            <a:r>
              <a:t>Key problem statement: 30-day readmission rate rose from 14.2% in 2022 to 18.4% in 2025, with annual readmission-related costs exceeding $42 million.</a:t>
            </a:r>
          </a:p>
          <a:p xmlns:a="http://schemas.openxmlformats.org/drawingml/2006/main">
            <a:r>
              <a:t>Generated visual asset created for this project and saved at deliverables/deliverable_1/assets/healthcare_analytics_background.png.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40a2c28d244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bd9ea06e2d41e6" /><Relationship Type="http://schemas.openxmlformats.org/officeDocument/2006/relationships/slideLayout" Target="/ppt/slideLayouts/slideLayout1.xml" Id="R7cfad610819544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fad610819544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2002d54a54052" /><Relationship Type="http://schemas.openxmlformats.org/officeDocument/2006/relationships/image" Target="/ppt/media/image.png" Id="R33369b0b73194679" /><Relationship Type="http://schemas.openxmlformats.org/officeDocument/2006/relationships/notesSlide" Target="/ppt/notesSlides/notesSlide1.xml" Id="Ra6b2e63261ac47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69b0b7319467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3B42B-9BE9-41CC-93FC-1FC35D10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C25"/>
              </a:gs>
              <a:gs pos="33000">
                <a:srgbClr val="061C25">
                  <a:alpha val="97000"/>
                </a:srgbClr>
              </a:gs>
              <a:gs pos="55000">
                <a:srgbClr val="061C25">
                  <a:alpha val="72000"/>
                </a:srgbClr>
              </a:gs>
              <a:gs pos="82000">
                <a:srgbClr val="061C25">
                  <a:alpha val="15000"/>
                </a:srgbClr>
              </a:gs>
              <a:gs pos="100000">
                <a:srgbClr val="061C25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company-name">
            <a:extLst xmlns:a="http://schemas.openxmlformats.org/drawingml/2006/main">
              <a:ext uri="{FF2B5EF4-FFF2-40B4-BE49-F238E27FC236}">
                <a16:creationId xmlns:a16="http://schemas.microsoft.com/office/drawing/2014/main" id="{0E957083-ABFD-42AB-B862-91837C42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FE3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FE3D5"/>
                </a:solidFill>
                <a:latin typeface="Helvetica Neue"/>
                <a:ea typeface="Helvetica Neue"/>
                <a:cs typeface="Helvetica Neue"/>
              </a:rPr>
              <a:t>Meds Counsulting LLC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7ACF35-EA9C-401B-B7AE-FBC762BC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66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National Hospital Network readmission challenge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24FE8E5-8703-4BF9-A22C-C60A431B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BE7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CBE7EF"/>
                </a:solidFill>
                <a:latin typeface="Helvetica Neue"/>
                <a:ea typeface="Helvetica Neue"/>
                <a:cs typeface="Helvetica Neue"/>
              </a:rPr>
              <a:t>Deliverable 1: company background and business problem</a:t>
            </a:r>
          </a:p>
        </p:txBody>
      </p:sp>
      <p:sp>
        <p:nvSpPr>
          <p:cNvPr id="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2277EFE-AA12-4583-80B5-33DA65D8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ckground-heading">
            <a:extLst xmlns:a="http://schemas.openxmlformats.org/drawingml/2006/main">
              <a:ext uri="{FF2B5EF4-FFF2-40B4-BE49-F238E27FC236}">
                <a16:creationId xmlns:a16="http://schemas.microsoft.com/office/drawing/2014/main" id="{719A9360-A9E3-4066-A9C3-55D31ACD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Summary and background</a:t>
            </a:r>
          </a:p>
        </p:txBody>
      </p:sp>
      <p:sp>
        <p:nvSpPr>
          <p:cNvPr id="8" name="background-body">
            <a:extLst xmlns:a="http://schemas.openxmlformats.org/drawingml/2006/main">
              <a:ext uri="{FF2B5EF4-FFF2-40B4-BE49-F238E27FC236}">
                <a16:creationId xmlns:a16="http://schemas.microsoft.com/office/drawing/2014/main" id="{D9140FCD-6FC9-4E58-B895-9BBAB031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6115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>
                <a:solidFill>
                  <a:srgbClr val="E5F1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E5F1F5"/>
                </a:solidFill>
                <a:latin typeface="Helvetica Neue"/>
                <a:ea typeface="Helvetica Neue"/>
                <a:cs typeface="Helvetica Neue"/>
              </a:rPr>
              <a:t>National Hospital Network is a large integrated healthcare system with 42 hospitals, more than 300 outpatient facilities, operations across 11 states, 2.3 million patients annually, and 48,000 employees.</a:t>
            </a:r>
          </a:p>
        </p:txBody>
      </p:sp>
      <p:sp>
        <p:nvSpPr>
          <p:cNvPr id="9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8B038C8E-1893-4E56-AE88-18F414FF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Business problem</a:t>
            </a:r>
          </a:p>
        </p:txBody>
      </p:sp>
      <p:sp>
        <p:nvSpPr>
          <p:cNvPr id="10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B2ECAC9F-B295-46A0-AB6A-F74E93A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6229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>
                <a:solidFill>
                  <a:srgbClr val="E5F1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E5F1F5"/>
                </a:solidFill>
                <a:latin typeface="Helvetica Neue"/>
                <a:ea typeface="Helvetica Neue"/>
                <a:cs typeface="Helvetica Neue"/>
              </a:rPr>
              <a:t>Thirty-day readmissions increased from 14.2% in 2022 to 18.4% in 2025. Despite investments in quality improvement, discharge planning, care coordination, and patient follow-up, NHN still faces avoidable readmissions that strain capacity and create more than $42 million in annual cost exposure.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7E76A08-8904-4143-9C43-31AE3178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CB5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9CB5BE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summary</a:t>
            </a:r>
          </a:p>
        </p:txBody>
      </p:sp>
    </p:spTree>
    <p:extLst>
      <p:ext uri="{BB962C8B-B14F-4D97-AF65-F5344CB8AC3E}">
        <p14:creationId xmlns:p14="http://schemas.microsoft.com/office/powerpoint/2010/main" val="335948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2026-09-18T18:17:05.0600000Z</dcterms:created>
  <dcterms:modified xsi:type="dcterms:W3CDTF">2026-09-18T18:17:05.0600000Z</dcterms:modified>
</coreProperties>
</file>